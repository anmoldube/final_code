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5" r:id="rId4"/>
  </p:sldMasterIdLst>
  <p:notesMasterIdLst>
    <p:notesMasterId r:id="rId16"/>
  </p:notesMasterIdLst>
  <p:sldIdLst>
    <p:sldId id="257" r:id="rId5"/>
    <p:sldId id="258" r:id="rId6"/>
    <p:sldId id="259" r:id="rId7"/>
    <p:sldId id="261" r:id="rId8"/>
    <p:sldId id="262" r:id="rId9"/>
    <p:sldId id="263" r:id="rId10"/>
    <p:sldId id="264" r:id="rId11"/>
    <p:sldId id="265" r:id="rId12"/>
    <p:sldId id="267" r:id="rId13"/>
    <p:sldId id="266"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moldube15@gmail.com" userId="d31ba8918f44b1dc" providerId="LiveId" clId="{2567BDE7-C8CD-4011-9E58-4920250F20B9}"/>
    <pc:docChg chg="undo custSel addSld delSld modSld addSection delSection modSection">
      <pc:chgData name="anmoldube15@gmail.com" userId="d31ba8918f44b1dc" providerId="LiveId" clId="{2567BDE7-C8CD-4011-9E58-4920250F20B9}" dt="2023-07-13T10:45:16.052" v="1142"/>
      <pc:docMkLst>
        <pc:docMk/>
      </pc:docMkLst>
      <pc:sldChg chg="delSp modSp mod modTransition modAnim delDesignElem">
        <pc:chgData name="anmoldube15@gmail.com" userId="d31ba8918f44b1dc" providerId="LiveId" clId="{2567BDE7-C8CD-4011-9E58-4920250F20B9}" dt="2023-07-13T10:45:16.052" v="1142"/>
        <pc:sldMkLst>
          <pc:docMk/>
          <pc:sldMk cId="2475805559" sldId="257"/>
        </pc:sldMkLst>
        <pc:spChg chg="mod">
          <ac:chgData name="anmoldube15@gmail.com" userId="d31ba8918f44b1dc" providerId="LiveId" clId="{2567BDE7-C8CD-4011-9E58-4920250F20B9}" dt="2023-07-13T10:37:44.338" v="1023" actId="20577"/>
          <ac:spMkLst>
            <pc:docMk/>
            <pc:sldMk cId="2475805559" sldId="257"/>
            <ac:spMk id="2" creationId="{1C21E816-31F5-48BB-BD02-D15F2F18B48A}"/>
          </ac:spMkLst>
        </pc:spChg>
        <pc:spChg chg="mod">
          <ac:chgData name="anmoldube15@gmail.com" userId="d31ba8918f44b1dc" providerId="LiveId" clId="{2567BDE7-C8CD-4011-9E58-4920250F20B9}" dt="2023-07-13T10:37:55.711" v="1025" actId="1076"/>
          <ac:spMkLst>
            <pc:docMk/>
            <pc:sldMk cId="2475805559" sldId="257"/>
            <ac:spMk id="3" creationId="{835D6E6B-3353-491C-A3C6-F278D6CED8B3}"/>
          </ac:spMkLst>
        </pc:spChg>
        <pc:spChg chg="del">
          <ac:chgData name="anmoldube15@gmail.com" userId="d31ba8918f44b1dc" providerId="LiveId" clId="{2567BDE7-C8CD-4011-9E58-4920250F20B9}" dt="2023-07-13T09:26:50.538" v="52"/>
          <ac:spMkLst>
            <pc:docMk/>
            <pc:sldMk cId="2475805559" sldId="257"/>
            <ac:spMk id="18" creationId="{D6D7A0BC-0046-4CAA-8E7F-DCAFE511EA0E}"/>
          </ac:spMkLst>
        </pc:spChg>
        <pc:spChg chg="del">
          <ac:chgData name="anmoldube15@gmail.com" userId="d31ba8918f44b1dc" providerId="LiveId" clId="{2567BDE7-C8CD-4011-9E58-4920250F20B9}" dt="2023-07-13T09:26:50.538" v="52"/>
          <ac:spMkLst>
            <pc:docMk/>
            <pc:sldMk cId="2475805559" sldId="257"/>
            <ac:spMk id="20" creationId="{E7C6334F-6411-41EC-AD7D-179EDD8B58CB}"/>
          </ac:spMkLst>
        </pc:spChg>
        <pc:spChg chg="del">
          <ac:chgData name="anmoldube15@gmail.com" userId="d31ba8918f44b1dc" providerId="LiveId" clId="{2567BDE7-C8CD-4011-9E58-4920250F20B9}" dt="2023-07-13T09:26:50.538" v="52"/>
          <ac:spMkLst>
            <pc:docMk/>
            <pc:sldMk cId="2475805559" sldId="257"/>
            <ac:spMk id="22" creationId="{E6B02CEE-3AF8-4349-9B3E-8970E6DF62B3}"/>
          </ac:spMkLst>
        </pc:spChg>
        <pc:spChg chg="del">
          <ac:chgData name="anmoldube15@gmail.com" userId="d31ba8918f44b1dc" providerId="LiveId" clId="{2567BDE7-C8CD-4011-9E58-4920250F20B9}" dt="2023-07-13T09:26:50.538" v="52"/>
          <ac:spMkLst>
            <pc:docMk/>
            <pc:sldMk cId="2475805559" sldId="257"/>
            <ac:spMk id="24" creationId="{AAA01CF0-3FB5-44EB-B7DE-F2E86374C2FB}"/>
          </ac:spMkLst>
        </pc:spChg>
        <pc:picChg chg="del ord">
          <ac:chgData name="anmoldube15@gmail.com" userId="d31ba8918f44b1dc" providerId="LiveId" clId="{2567BDE7-C8CD-4011-9E58-4920250F20B9}" dt="2023-07-13T10:31:39.009" v="954" actId="21"/>
          <ac:picMkLst>
            <pc:docMk/>
            <pc:sldMk cId="2475805559" sldId="257"/>
            <ac:picMk id="6" creationId="{F1A8C364-94D4-4630-BAD0-78722F347055}"/>
          </ac:picMkLst>
        </pc:picChg>
      </pc:sldChg>
      <pc:sldChg chg="addSp delSp modSp mod modTransition">
        <pc:chgData name="anmoldube15@gmail.com" userId="d31ba8918f44b1dc" providerId="LiveId" clId="{2567BDE7-C8CD-4011-9E58-4920250F20B9}" dt="2023-07-13T10:10:03.195" v="605" actId="14100"/>
        <pc:sldMkLst>
          <pc:docMk/>
          <pc:sldMk cId="442835708" sldId="258"/>
        </pc:sldMkLst>
        <pc:spChg chg="add del mod">
          <ac:chgData name="anmoldube15@gmail.com" userId="d31ba8918f44b1dc" providerId="LiveId" clId="{2567BDE7-C8CD-4011-9E58-4920250F20B9}" dt="2023-07-13T10:10:03.195" v="605" actId="14100"/>
          <ac:spMkLst>
            <pc:docMk/>
            <pc:sldMk cId="442835708" sldId="258"/>
            <ac:spMk id="2" creationId="{A03B2EC1-B7BF-CE7B-C9A6-7635DA95F4F6}"/>
          </ac:spMkLst>
        </pc:spChg>
        <pc:graphicFrameChg chg="add del mod">
          <ac:chgData name="anmoldube15@gmail.com" userId="d31ba8918f44b1dc" providerId="LiveId" clId="{2567BDE7-C8CD-4011-9E58-4920250F20B9}" dt="2023-07-13T09:33:27.355" v="197" actId="12084"/>
          <ac:graphicFrameMkLst>
            <pc:docMk/>
            <pc:sldMk cId="442835708" sldId="258"/>
            <ac:graphicFrameMk id="6" creationId="{8EC616BF-B784-EC11-8A52-EEA842535E97}"/>
          </ac:graphicFrameMkLst>
        </pc:graphicFrameChg>
        <pc:picChg chg="mod ord">
          <ac:chgData name="anmoldube15@gmail.com" userId="d31ba8918f44b1dc" providerId="LiveId" clId="{2567BDE7-C8CD-4011-9E58-4920250F20B9}" dt="2023-07-13T10:09:05.337" v="597" actId="167"/>
          <ac:picMkLst>
            <pc:docMk/>
            <pc:sldMk cId="442835708" sldId="258"/>
            <ac:picMk id="5" creationId="{A5FF1591-0A29-05B3-CD01-E28896C900A7}"/>
          </ac:picMkLst>
        </pc:picChg>
      </pc:sldChg>
      <pc:sldChg chg="addSp modSp mod modTransition">
        <pc:chgData name="anmoldube15@gmail.com" userId="d31ba8918f44b1dc" providerId="LiveId" clId="{2567BDE7-C8CD-4011-9E58-4920250F20B9}" dt="2023-07-13T10:14:11.938" v="629" actId="1076"/>
        <pc:sldMkLst>
          <pc:docMk/>
          <pc:sldMk cId="2116825521" sldId="259"/>
        </pc:sldMkLst>
        <pc:spChg chg="mod">
          <ac:chgData name="anmoldube15@gmail.com" userId="d31ba8918f44b1dc" providerId="LiveId" clId="{2567BDE7-C8CD-4011-9E58-4920250F20B9}" dt="2023-07-13T10:13:18.082" v="621" actId="20577"/>
          <ac:spMkLst>
            <pc:docMk/>
            <pc:sldMk cId="2116825521" sldId="259"/>
            <ac:spMk id="2" creationId="{A03B2EC1-B7BF-CE7B-C9A6-7635DA95F4F6}"/>
          </ac:spMkLst>
        </pc:spChg>
        <pc:spChg chg="mod">
          <ac:chgData name="anmoldube15@gmail.com" userId="d31ba8918f44b1dc" providerId="LiveId" clId="{2567BDE7-C8CD-4011-9E58-4920250F20B9}" dt="2023-07-13T10:12:09.037" v="614" actId="14100"/>
          <ac:spMkLst>
            <pc:docMk/>
            <pc:sldMk cId="2116825521" sldId="259"/>
            <ac:spMk id="3" creationId="{27EBACB0-5504-CAD6-951C-D14217A08A80}"/>
          </ac:spMkLst>
        </pc:spChg>
        <pc:picChg chg="add mod">
          <ac:chgData name="anmoldube15@gmail.com" userId="d31ba8918f44b1dc" providerId="LiveId" clId="{2567BDE7-C8CD-4011-9E58-4920250F20B9}" dt="2023-07-13T10:14:11.938" v="629" actId="1076"/>
          <ac:picMkLst>
            <pc:docMk/>
            <pc:sldMk cId="2116825521" sldId="259"/>
            <ac:picMk id="5" creationId="{C85AE3B0-AD36-6593-D6D4-E4120E572C01}"/>
          </ac:picMkLst>
        </pc:picChg>
      </pc:sldChg>
      <pc:sldChg chg="addSp modSp mod modTransition">
        <pc:chgData name="anmoldube15@gmail.com" userId="d31ba8918f44b1dc" providerId="LiveId" clId="{2567BDE7-C8CD-4011-9E58-4920250F20B9}" dt="2023-07-13T10:17:09.112" v="650"/>
        <pc:sldMkLst>
          <pc:docMk/>
          <pc:sldMk cId="584653228" sldId="261"/>
        </pc:sldMkLst>
        <pc:spChg chg="mod">
          <ac:chgData name="anmoldube15@gmail.com" userId="d31ba8918f44b1dc" providerId="LiveId" clId="{2567BDE7-C8CD-4011-9E58-4920250F20B9}" dt="2023-07-13T10:15:00.554" v="639" actId="14100"/>
          <ac:spMkLst>
            <pc:docMk/>
            <pc:sldMk cId="584653228" sldId="261"/>
            <ac:spMk id="2" creationId="{A03B2EC1-B7BF-CE7B-C9A6-7635DA95F4F6}"/>
          </ac:spMkLst>
        </pc:spChg>
        <pc:spChg chg="mod">
          <ac:chgData name="anmoldube15@gmail.com" userId="d31ba8918f44b1dc" providerId="LiveId" clId="{2567BDE7-C8CD-4011-9E58-4920250F20B9}" dt="2023-07-13T10:15:06.187" v="640" actId="14100"/>
          <ac:spMkLst>
            <pc:docMk/>
            <pc:sldMk cId="584653228" sldId="261"/>
            <ac:spMk id="3" creationId="{27EBACB0-5504-CAD6-951C-D14217A08A80}"/>
          </ac:spMkLst>
        </pc:spChg>
        <pc:graphicFrameChg chg="add mod modGraphic">
          <ac:chgData name="anmoldube15@gmail.com" userId="d31ba8918f44b1dc" providerId="LiveId" clId="{2567BDE7-C8CD-4011-9E58-4920250F20B9}" dt="2023-07-13T10:16:26.185" v="645" actId="339"/>
          <ac:graphicFrameMkLst>
            <pc:docMk/>
            <pc:sldMk cId="584653228" sldId="261"/>
            <ac:graphicFrameMk id="4" creationId="{E903EA93-E408-60D9-F9BF-EE28B225ED5C}"/>
          </ac:graphicFrameMkLst>
        </pc:graphicFrameChg>
      </pc:sldChg>
      <pc:sldChg chg="modSp mod modTransition">
        <pc:chgData name="anmoldube15@gmail.com" userId="d31ba8918f44b1dc" providerId="LiveId" clId="{2567BDE7-C8CD-4011-9E58-4920250F20B9}" dt="2023-07-13T10:17:03.717" v="649"/>
        <pc:sldMkLst>
          <pc:docMk/>
          <pc:sldMk cId="72854251" sldId="262"/>
        </pc:sldMkLst>
        <pc:spChg chg="mod">
          <ac:chgData name="anmoldube15@gmail.com" userId="d31ba8918f44b1dc" providerId="LiveId" clId="{2567BDE7-C8CD-4011-9E58-4920250F20B9}" dt="2023-07-13T09:36:05.821" v="290"/>
          <ac:spMkLst>
            <pc:docMk/>
            <pc:sldMk cId="72854251" sldId="262"/>
            <ac:spMk id="2" creationId="{A03B2EC1-B7BF-CE7B-C9A6-7635DA95F4F6}"/>
          </ac:spMkLst>
        </pc:spChg>
        <pc:spChg chg="mod">
          <ac:chgData name="anmoldube15@gmail.com" userId="d31ba8918f44b1dc" providerId="LiveId" clId="{2567BDE7-C8CD-4011-9E58-4920250F20B9}" dt="2023-07-13T10:16:53.382" v="648" actId="14100"/>
          <ac:spMkLst>
            <pc:docMk/>
            <pc:sldMk cId="72854251" sldId="262"/>
            <ac:spMk id="3" creationId="{27EBACB0-5504-CAD6-951C-D14217A08A80}"/>
          </ac:spMkLst>
        </pc:spChg>
      </pc:sldChg>
      <pc:sldChg chg="modSp mod modAnim">
        <pc:chgData name="anmoldube15@gmail.com" userId="d31ba8918f44b1dc" providerId="LiveId" clId="{2567BDE7-C8CD-4011-9E58-4920250F20B9}" dt="2023-07-13T10:18:11.688" v="673"/>
        <pc:sldMkLst>
          <pc:docMk/>
          <pc:sldMk cId="2076851254" sldId="263"/>
        </pc:sldMkLst>
        <pc:spChg chg="mod">
          <ac:chgData name="anmoldube15@gmail.com" userId="d31ba8918f44b1dc" providerId="LiveId" clId="{2567BDE7-C8CD-4011-9E58-4920250F20B9}" dt="2023-07-13T10:17:32.407" v="657" actId="20577"/>
          <ac:spMkLst>
            <pc:docMk/>
            <pc:sldMk cId="2076851254" sldId="263"/>
            <ac:spMk id="2" creationId="{A03B2EC1-B7BF-CE7B-C9A6-7635DA95F4F6}"/>
          </ac:spMkLst>
        </pc:spChg>
        <pc:spChg chg="mod">
          <ac:chgData name="anmoldube15@gmail.com" userId="d31ba8918f44b1dc" providerId="LiveId" clId="{2567BDE7-C8CD-4011-9E58-4920250F20B9}" dt="2023-07-13T10:17:27.095" v="652" actId="14100"/>
          <ac:spMkLst>
            <pc:docMk/>
            <pc:sldMk cId="2076851254" sldId="263"/>
            <ac:spMk id="3" creationId="{27EBACB0-5504-CAD6-951C-D14217A08A80}"/>
          </ac:spMkLst>
        </pc:spChg>
      </pc:sldChg>
      <pc:sldChg chg="modSp mod modAnim">
        <pc:chgData name="anmoldube15@gmail.com" userId="d31ba8918f44b1dc" providerId="LiveId" clId="{2567BDE7-C8CD-4011-9E58-4920250F20B9}" dt="2023-07-13T10:18:47.992" v="684"/>
        <pc:sldMkLst>
          <pc:docMk/>
          <pc:sldMk cId="3657386529" sldId="264"/>
        </pc:sldMkLst>
        <pc:spChg chg="mod">
          <ac:chgData name="anmoldube15@gmail.com" userId="d31ba8918f44b1dc" providerId="LiveId" clId="{2567BDE7-C8CD-4011-9E58-4920250F20B9}" dt="2023-07-13T10:18:43.858" v="683" actId="20577"/>
          <ac:spMkLst>
            <pc:docMk/>
            <pc:sldMk cId="3657386529" sldId="264"/>
            <ac:spMk id="2" creationId="{A03B2EC1-B7BF-CE7B-C9A6-7635DA95F4F6}"/>
          </ac:spMkLst>
        </pc:spChg>
        <pc:spChg chg="mod">
          <ac:chgData name="anmoldube15@gmail.com" userId="d31ba8918f44b1dc" providerId="LiveId" clId="{2567BDE7-C8CD-4011-9E58-4920250F20B9}" dt="2023-07-13T10:18:36.990" v="676" actId="14100"/>
          <ac:spMkLst>
            <pc:docMk/>
            <pc:sldMk cId="3657386529" sldId="264"/>
            <ac:spMk id="3" creationId="{27EBACB0-5504-CAD6-951C-D14217A08A80}"/>
          </ac:spMkLst>
        </pc:spChg>
      </pc:sldChg>
      <pc:sldChg chg="addSp delSp modSp mod modAnim">
        <pc:chgData name="anmoldube15@gmail.com" userId="d31ba8918f44b1dc" providerId="LiveId" clId="{2567BDE7-C8CD-4011-9E58-4920250F20B9}" dt="2023-07-13T10:21:30.765" v="748"/>
        <pc:sldMkLst>
          <pc:docMk/>
          <pc:sldMk cId="3184081554" sldId="265"/>
        </pc:sldMkLst>
        <pc:spChg chg="add del mod">
          <ac:chgData name="anmoldube15@gmail.com" userId="d31ba8918f44b1dc" providerId="LiveId" clId="{2567BDE7-C8CD-4011-9E58-4920250F20B9}" dt="2023-07-13T10:21:22.907" v="744"/>
          <ac:spMkLst>
            <pc:docMk/>
            <pc:sldMk cId="3184081554" sldId="265"/>
            <ac:spMk id="3" creationId="{27EBACB0-5504-CAD6-951C-D14217A08A80}"/>
          </ac:spMkLst>
        </pc:spChg>
        <pc:spChg chg="add del mod">
          <ac:chgData name="anmoldube15@gmail.com" userId="d31ba8918f44b1dc" providerId="LiveId" clId="{2567BDE7-C8CD-4011-9E58-4920250F20B9}" dt="2023-07-13T10:19:23.346" v="690"/>
          <ac:spMkLst>
            <pc:docMk/>
            <pc:sldMk cId="3184081554" sldId="265"/>
            <ac:spMk id="4" creationId="{CF7413BD-07DA-6FD4-1952-299870A147AF}"/>
          </ac:spMkLst>
        </pc:spChg>
      </pc:sldChg>
      <pc:sldChg chg="modSp mod">
        <pc:chgData name="anmoldube15@gmail.com" userId="d31ba8918f44b1dc" providerId="LiveId" clId="{2567BDE7-C8CD-4011-9E58-4920250F20B9}" dt="2023-07-13T10:42:45.324" v="1097" actId="20577"/>
        <pc:sldMkLst>
          <pc:docMk/>
          <pc:sldMk cId="958589618" sldId="266"/>
        </pc:sldMkLst>
        <pc:spChg chg="mod">
          <ac:chgData name="anmoldube15@gmail.com" userId="d31ba8918f44b1dc" providerId="LiveId" clId="{2567BDE7-C8CD-4011-9E58-4920250F20B9}" dt="2023-07-13T10:42:45.324" v="1097" actId="20577"/>
          <ac:spMkLst>
            <pc:docMk/>
            <pc:sldMk cId="958589618" sldId="266"/>
            <ac:spMk id="2" creationId="{A03B2EC1-B7BF-CE7B-C9A6-7635DA95F4F6}"/>
          </ac:spMkLst>
        </pc:spChg>
        <pc:spChg chg="mod">
          <ac:chgData name="anmoldube15@gmail.com" userId="d31ba8918f44b1dc" providerId="LiveId" clId="{2567BDE7-C8CD-4011-9E58-4920250F20B9}" dt="2023-07-13T10:42:37.219" v="1095" actId="20577"/>
          <ac:spMkLst>
            <pc:docMk/>
            <pc:sldMk cId="958589618" sldId="266"/>
            <ac:spMk id="3" creationId="{27EBACB0-5504-CAD6-951C-D14217A08A80}"/>
          </ac:spMkLst>
        </pc:spChg>
      </pc:sldChg>
      <pc:sldChg chg="addSp delSp modSp mod modAnim">
        <pc:chgData name="anmoldube15@gmail.com" userId="d31ba8918f44b1dc" providerId="LiveId" clId="{2567BDE7-C8CD-4011-9E58-4920250F20B9}" dt="2023-07-13T10:24:34.369" v="776"/>
        <pc:sldMkLst>
          <pc:docMk/>
          <pc:sldMk cId="3319627397" sldId="267"/>
        </pc:sldMkLst>
        <pc:spChg chg="mod">
          <ac:chgData name="anmoldube15@gmail.com" userId="d31ba8918f44b1dc" providerId="LiveId" clId="{2567BDE7-C8CD-4011-9E58-4920250F20B9}" dt="2023-07-13T10:24:25.005" v="775" actId="13926"/>
          <ac:spMkLst>
            <pc:docMk/>
            <pc:sldMk cId="3319627397" sldId="267"/>
            <ac:spMk id="2" creationId="{A03B2EC1-B7BF-CE7B-C9A6-7635DA95F4F6}"/>
          </ac:spMkLst>
        </pc:spChg>
        <pc:spChg chg="del">
          <ac:chgData name="anmoldube15@gmail.com" userId="d31ba8918f44b1dc" providerId="LiveId" clId="{2567BDE7-C8CD-4011-9E58-4920250F20B9}" dt="2023-07-13T10:21:45.387" v="749" actId="931"/>
          <ac:spMkLst>
            <pc:docMk/>
            <pc:sldMk cId="3319627397" sldId="267"/>
            <ac:spMk id="3" creationId="{27EBACB0-5504-CAD6-951C-D14217A08A80}"/>
          </ac:spMkLst>
        </pc:spChg>
        <pc:picChg chg="add mod ord">
          <ac:chgData name="anmoldube15@gmail.com" userId="d31ba8918f44b1dc" providerId="LiveId" clId="{2567BDE7-C8CD-4011-9E58-4920250F20B9}" dt="2023-07-13T10:23:12.937" v="769" actId="167"/>
          <ac:picMkLst>
            <pc:docMk/>
            <pc:sldMk cId="3319627397" sldId="267"/>
            <ac:picMk id="5" creationId="{170C8E13-A9D8-ECCF-A8BB-7EEFCF379CF0}"/>
          </ac:picMkLst>
        </pc:picChg>
      </pc:sldChg>
      <pc:sldChg chg="addSp delSp modSp new del mod">
        <pc:chgData name="anmoldube15@gmail.com" userId="d31ba8918f44b1dc" providerId="LiveId" clId="{2567BDE7-C8CD-4011-9E58-4920250F20B9}" dt="2023-07-13T09:25:48.127" v="50" actId="27022"/>
        <pc:sldMkLst>
          <pc:docMk/>
          <pc:sldMk cId="2918349352" sldId="268"/>
        </pc:sldMkLst>
        <pc:graphicFrameChg chg="add del mod modGraphic">
          <ac:chgData name="anmoldube15@gmail.com" userId="d31ba8918f44b1dc" providerId="LiveId" clId="{2567BDE7-C8CD-4011-9E58-4920250F20B9}" dt="2023-07-13T09:25:48.127" v="50" actId="27022"/>
          <ac:graphicFrameMkLst>
            <pc:docMk/>
            <pc:sldMk cId="2918349352" sldId="268"/>
            <ac:graphicFrameMk id="5" creationId="{D7C0DA6C-CA11-8C43-DAA8-AB10C890C4FB}"/>
          </ac:graphicFrameMkLst>
        </pc:graphicFrameChg>
      </pc:sldChg>
      <pc:sldChg chg="delSp modSp new mod modAnim">
        <pc:chgData name="anmoldube15@gmail.com" userId="d31ba8918f44b1dc" providerId="LiveId" clId="{2567BDE7-C8CD-4011-9E58-4920250F20B9}" dt="2023-07-13T10:44:05.642" v="1140" actId="20577"/>
        <pc:sldMkLst>
          <pc:docMk/>
          <pc:sldMk cId="3080729354" sldId="268"/>
        </pc:sldMkLst>
        <pc:spChg chg="mod">
          <ac:chgData name="anmoldube15@gmail.com" userId="d31ba8918f44b1dc" providerId="LiveId" clId="{2567BDE7-C8CD-4011-9E58-4920250F20B9}" dt="2023-07-13T10:44:05.642" v="1140" actId="20577"/>
          <ac:spMkLst>
            <pc:docMk/>
            <pc:sldMk cId="3080729354" sldId="268"/>
            <ac:spMk id="2" creationId="{5C0A7A7E-CFC3-9D36-A24C-964F4C4BA299}"/>
          </ac:spMkLst>
        </pc:spChg>
        <pc:spChg chg="del">
          <ac:chgData name="anmoldube15@gmail.com" userId="d31ba8918f44b1dc" providerId="LiveId" clId="{2567BDE7-C8CD-4011-9E58-4920250F20B9}" dt="2023-07-13T10:43:51.645" v="1135" actId="21"/>
          <ac:spMkLst>
            <pc:docMk/>
            <pc:sldMk cId="3080729354" sldId="268"/>
            <ac:spMk id="3" creationId="{6EFF3F08-4F18-C5D6-52E6-55F14E367ECB}"/>
          </ac:spMkLst>
        </pc:spChg>
      </pc:sldChg>
    </pc:docChg>
  </pc:docChgLst>
  <pc:docChgLst>
    <pc:chgData name="anmoldube15@gmail.com" userId="d31ba8918f44b1dc" providerId="LiveId" clId="{2D97AFA1-E445-4EB4-A0E3-199FC0F90817}"/>
    <pc:docChg chg="modSld">
      <pc:chgData name="anmoldube15@gmail.com" userId="d31ba8918f44b1dc" providerId="LiveId" clId="{2D97AFA1-E445-4EB4-A0E3-199FC0F90817}" dt="2023-08-31T09:27:27.563" v="0" actId="1076"/>
      <pc:docMkLst>
        <pc:docMk/>
      </pc:docMkLst>
      <pc:sldChg chg="modSp mod">
        <pc:chgData name="anmoldube15@gmail.com" userId="d31ba8918f44b1dc" providerId="LiveId" clId="{2D97AFA1-E445-4EB4-A0E3-199FC0F90817}" dt="2023-08-31T09:27:27.563" v="0" actId="1076"/>
        <pc:sldMkLst>
          <pc:docMk/>
          <pc:sldMk cId="2475805559" sldId="257"/>
        </pc:sldMkLst>
        <pc:spChg chg="mod">
          <ac:chgData name="anmoldube15@gmail.com" userId="d31ba8918f44b1dc" providerId="LiveId" clId="{2D97AFA1-E445-4EB4-A0E3-199FC0F90817}" dt="2023-08-31T09:27:27.563" v="0" actId="1076"/>
          <ac:spMkLst>
            <pc:docMk/>
            <pc:sldMk cId="2475805559" sldId="257"/>
            <ac:spMk id="3" creationId="{835D6E6B-3353-491C-A3C6-F278D6CED8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31-08-2023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7764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8DD82B9-B8EE-4375-B6FF-88FA6ABB15D9}" type="datetime1">
              <a:rPr lang="en-US" smtClean="0"/>
              <a:t>8/31/2023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58397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970647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67113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82648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DB4ED54-5B5E-4A04-93D3-5772E3CE3818}" type="datetime1">
              <a:rPr lang="en-US" smtClean="0"/>
              <a:t>8/31/2023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12252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EDE50D6-574B-40AF-946F-D52A04ADE379}" type="datetime1">
              <a:rPr lang="en-US" smtClean="0"/>
              <a:t>8/31/2023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969035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82884F1-FFEA-405F-9602-3DCA865EDA4E}" type="datetime1">
              <a:rPr lang="en-US" smtClean="0"/>
              <a:t>8/31/2023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36651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8/31/2023</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67878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8/31/2023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529603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333453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669061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10753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2792855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066628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69102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516755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D291B17-9318-49DB-B28B-6E5994AE9581}" type="datetime1">
              <a:rPr lang="en-US" smtClean="0"/>
              <a:t>8/31/2023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98EE3D-8CD1-4C3F-BD1C-C98C9596463C}" type="slidenum">
              <a:rPr lang="en-US" smtClean="0"/>
              <a:t>‹#›</a:t>
            </a:fld>
            <a:endParaRPr lang="en-US"/>
          </a:p>
        </p:txBody>
      </p:sp>
    </p:spTree>
    <p:extLst>
      <p:ext uri="{BB962C8B-B14F-4D97-AF65-F5344CB8AC3E}">
        <p14:creationId xmlns:p14="http://schemas.microsoft.com/office/powerpoint/2010/main" val="1775857743"/>
      </p:ext>
    </p:extLst>
  </p:cSld>
  <p:clrMap bg1="dk1" tx1="lt1" bg2="dk2" tx2="lt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nmoldube/keyloggerib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1683171" y="-1954967"/>
            <a:ext cx="8825658" cy="3329581"/>
          </a:xfrm>
        </p:spPr>
        <p:txBody>
          <a:bodyPr>
            <a:normAutofit/>
          </a:bodyPr>
          <a:lstStyle/>
          <a:p>
            <a:r>
              <a:rPr lang="en-US" dirty="0">
                <a:solidFill>
                  <a:schemeClr val="accent1"/>
                </a:solidFill>
              </a:rPr>
              <a:t>    My-Details</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391076" y="1374614"/>
            <a:ext cx="11199986" cy="5483386"/>
          </a:xfrm>
        </p:spPr>
        <p:txBody>
          <a:bodyPr>
            <a:normAutofit/>
          </a:bodyPr>
          <a:lstStyle/>
          <a:p>
            <a:r>
              <a:rPr lang="en-US" sz="2800" b="0" i="0" dirty="0">
                <a:solidFill>
                  <a:schemeClr val="bg2">
                    <a:lumMod val="20000"/>
                    <a:lumOff val="80000"/>
                  </a:schemeClr>
                </a:solidFill>
                <a:effectLst/>
                <a:latin typeface="docs-Roboto"/>
              </a:rPr>
              <a:t>                                    </a:t>
            </a:r>
          </a:p>
          <a:p>
            <a:endParaRPr lang="en-US" sz="2800" dirty="0">
              <a:solidFill>
                <a:schemeClr val="bg2">
                  <a:lumMod val="20000"/>
                  <a:lumOff val="80000"/>
                </a:schemeClr>
              </a:solidFill>
              <a:latin typeface="docs-Roboto"/>
            </a:endParaRPr>
          </a:p>
          <a:p>
            <a:r>
              <a:rPr lang="en-US" sz="2800" b="0" i="0" dirty="0">
                <a:solidFill>
                  <a:schemeClr val="bg2">
                    <a:lumMod val="20000"/>
                    <a:lumOff val="80000"/>
                  </a:schemeClr>
                </a:solidFill>
                <a:effectLst/>
                <a:latin typeface="docs-Roboto"/>
              </a:rPr>
              <a:t>Anmol Dube</a:t>
            </a:r>
          </a:p>
          <a:p>
            <a:r>
              <a:rPr lang="en-US" sz="2800" dirty="0">
                <a:solidFill>
                  <a:schemeClr val="bg2">
                    <a:lumMod val="20000"/>
                    <a:lumOff val="80000"/>
                  </a:schemeClr>
                </a:solidFill>
                <a:latin typeface="docs-Roboto"/>
              </a:rPr>
              <a:t>anmoldube15@gmail.com</a:t>
            </a:r>
            <a:endParaRPr lang="en-US" sz="2800" b="0" i="0" dirty="0">
              <a:solidFill>
                <a:schemeClr val="bg2">
                  <a:lumMod val="20000"/>
                  <a:lumOff val="80000"/>
                </a:schemeClr>
              </a:solidFill>
              <a:effectLst/>
              <a:latin typeface="docs-Roboto"/>
            </a:endParaRPr>
          </a:p>
          <a:p>
            <a:r>
              <a:rPr lang="en-US" sz="2800" dirty="0">
                <a:solidFill>
                  <a:schemeClr val="bg2">
                    <a:lumMod val="20000"/>
                    <a:lumOff val="80000"/>
                  </a:schemeClr>
                </a:solidFill>
                <a:latin typeface="docs-Roboto"/>
              </a:rPr>
              <a:t>St. John’s college ,Agra</a:t>
            </a:r>
          </a:p>
          <a:p>
            <a:r>
              <a:rPr lang="en-US" sz="2800" dirty="0">
                <a:solidFill>
                  <a:schemeClr val="bg2">
                    <a:lumMod val="20000"/>
                    <a:lumOff val="80000"/>
                  </a:schemeClr>
                </a:solidFill>
                <a:latin typeface="docs-Roboto"/>
              </a:rPr>
              <a:t>Agra , Uttar Pradesh India</a:t>
            </a:r>
          </a:p>
          <a:p>
            <a:r>
              <a:rPr lang="en-US" sz="2800" b="0" i="0" dirty="0">
                <a:solidFill>
                  <a:srgbClr val="202124"/>
                </a:solidFill>
                <a:effectLst/>
                <a:highlight>
                  <a:srgbClr val="C0C0C0"/>
                </a:highlight>
                <a:latin typeface="docs-Roboto"/>
              </a:rPr>
              <a:t>Cyber Security (CS)- Keylogger Capturing Key strokes</a:t>
            </a:r>
          </a:p>
          <a:p>
            <a:r>
              <a:rPr lang="en-US" sz="2800" dirty="0">
                <a:solidFill>
                  <a:srgbClr val="202124"/>
                </a:solidFill>
                <a:highlight>
                  <a:srgbClr val="C0C0C0"/>
                </a:highlight>
                <a:latin typeface="docs-Roboto"/>
              </a:rPr>
              <a:t> 5/31/2023 to 7/24/23</a:t>
            </a:r>
            <a:endParaRPr lang="en-US" sz="2800" b="0" i="0" dirty="0">
              <a:solidFill>
                <a:srgbClr val="202124"/>
              </a:solidFill>
              <a:effectLst/>
              <a:highlight>
                <a:srgbClr val="C0C0C0"/>
              </a:highlight>
              <a:latin typeface="docs-Roboto"/>
            </a:endParaRPr>
          </a:p>
          <a:p>
            <a:endParaRPr lang="en-GB" sz="2800" dirty="0">
              <a:solidFill>
                <a:schemeClr val="bg2">
                  <a:lumMod val="20000"/>
                  <a:lumOff val="80000"/>
                </a:schemeClr>
              </a:solidFill>
              <a:highlight>
                <a:srgbClr val="C0C0C0"/>
              </a:highlight>
            </a:endParaRPr>
          </a:p>
        </p:txBody>
      </p:sp>
    </p:spTree>
    <p:extLst>
      <p:ext uri="{BB962C8B-B14F-4D97-AF65-F5344CB8AC3E}">
        <p14:creationId xmlns:p14="http://schemas.microsoft.com/office/powerpoint/2010/main" val="247580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is is&#10;">
            <a:extLst>
              <a:ext uri="{FF2B5EF4-FFF2-40B4-BE49-F238E27FC236}">
                <a16:creationId xmlns:a16="http://schemas.microsoft.com/office/drawing/2014/main" id="{A5FF1591-0A29-05B3-CD01-E28896C900A7}"/>
              </a:ext>
            </a:extLst>
          </p:cNvPr>
          <p:cNvPicPr>
            <a:picLocks noGrp="1" noChangeAspect="1"/>
          </p:cNvPicPr>
          <p:nvPr>
            <p:ph idx="1"/>
          </p:nvPr>
        </p:nvPicPr>
        <p:blipFill>
          <a:blip r:embed="rId2"/>
          <a:stretch>
            <a:fillRect/>
          </a:stretch>
        </p:blipFill>
        <p:spPr>
          <a:xfrm>
            <a:off x="1648918" y="3087975"/>
            <a:ext cx="8619344" cy="3522688"/>
          </a:xfrm>
        </p:spPr>
      </p:pic>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254833" y="0"/>
            <a:ext cx="11937167" cy="2308485"/>
          </a:xfrm>
        </p:spPr>
        <p:txBody>
          <a:bodyPr>
            <a:normAutofit fontScale="90000"/>
          </a:bodyPr>
          <a:lstStyle/>
          <a:p>
            <a:r>
              <a:rPr lang="en-GB" dirty="0">
                <a:highlight>
                  <a:srgbClr val="FFFF00"/>
                </a:highlight>
              </a:rPr>
              <a:t>                            </a:t>
            </a:r>
            <a:br>
              <a:rPr lang="en-GB" dirty="0">
                <a:highlight>
                  <a:srgbClr val="FFFF00"/>
                </a:highlight>
              </a:rPr>
            </a:br>
            <a:br>
              <a:rPr lang="en-GB" dirty="0">
                <a:highlight>
                  <a:srgbClr val="FFFF00"/>
                </a:highlight>
              </a:rPr>
            </a:br>
            <a:r>
              <a:rPr lang="en-GB" dirty="0">
                <a:solidFill>
                  <a:schemeClr val="bg2">
                    <a:lumMod val="50000"/>
                  </a:schemeClr>
                </a:solidFill>
                <a:highlight>
                  <a:srgbClr val="C0C0C0"/>
                </a:highlight>
              </a:rPr>
              <a:t>                            PROJECT TITLE/Problem Statement </a:t>
            </a:r>
            <a:br>
              <a:rPr lang="en-GB" dirty="0">
                <a:highlight>
                  <a:srgbClr val="FFFF00"/>
                </a:highlight>
              </a:rPr>
            </a:br>
            <a:br>
              <a:rPr lang="en-GB" dirty="0">
                <a:highlight>
                  <a:srgbClr val="FFFF00"/>
                </a:highlight>
              </a:rPr>
            </a:br>
            <a:r>
              <a:rPr lang="en-US" b="0" i="0" dirty="0">
                <a:solidFill>
                  <a:schemeClr val="accent1">
                    <a:lumMod val="50000"/>
                  </a:schemeClr>
                </a:solidFill>
                <a:effectLst/>
                <a:highlight>
                  <a:srgbClr val="FFFF00"/>
                </a:highlight>
                <a:latin typeface="Söhne"/>
              </a:rPr>
              <a:t>The problem is that there is a need to capture and log key strokes on a computer system in a way that is user-friendly and accessible for further analysis or monitoring purposes</a:t>
            </a:r>
            <a:r>
              <a:rPr lang="en-US" b="0" i="0" dirty="0">
                <a:solidFill>
                  <a:srgbClr val="D1D5DB"/>
                </a:solidFill>
                <a:effectLst/>
                <a:highlight>
                  <a:srgbClr val="FFFF00"/>
                </a:highlight>
                <a:latin typeface="Söhne"/>
              </a:rPr>
              <a:t>.</a:t>
            </a:r>
            <a:br>
              <a:rPr lang="en-GB" dirty="0">
                <a:highlight>
                  <a:srgbClr val="FFFF00"/>
                </a:highlight>
              </a:rPr>
            </a:br>
            <a:br>
              <a:rPr lang="en-GB" dirty="0">
                <a:highlight>
                  <a:srgbClr val="FFFF00"/>
                </a:highlight>
              </a:rPr>
            </a:br>
            <a:r>
              <a:rPr lang="en-GB" dirty="0">
                <a:highlight>
                  <a:srgbClr val="FFFF00"/>
                </a:highlight>
              </a:rPr>
              <a:t>  </a:t>
            </a:r>
            <a:br>
              <a:rPr lang="en-GB" dirty="0">
                <a:highlight>
                  <a:srgbClr val="FFFF00"/>
                </a:highlight>
              </a:rPr>
            </a:br>
            <a:endParaRPr lang="en-US" dirty="0">
              <a:highlight>
                <a:srgbClr val="FFFF00"/>
              </a:highlight>
            </a:endParaRPr>
          </a:p>
        </p:txBody>
      </p:sp>
    </p:spTree>
    <p:extLst>
      <p:ext uri="{BB962C8B-B14F-4D97-AF65-F5344CB8AC3E}">
        <p14:creationId xmlns:p14="http://schemas.microsoft.com/office/powerpoint/2010/main" val="442835708"/>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0" y="317806"/>
            <a:ext cx="9404723" cy="1400530"/>
          </a:xfrm>
        </p:spPr>
        <p:txBody>
          <a:bodyPr anchor="ctr"/>
          <a:lstStyle/>
          <a:p>
            <a:r>
              <a:rPr lang="en-US" dirty="0"/>
              <a:t>    AGENDA</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134911" y="2113613"/>
            <a:ext cx="11782269" cy="5831174"/>
          </a:xfrm>
        </p:spPr>
        <p:txBody>
          <a:bodyPr/>
          <a:lstStyle/>
          <a:p>
            <a:r>
              <a:rPr lang="en-US" b="0" i="0" dirty="0">
                <a:solidFill>
                  <a:srgbClr val="D1D5DB"/>
                </a:solidFill>
                <a:effectLst/>
                <a:latin typeface="Söhne"/>
              </a:rPr>
              <a:t>The agenda is to create a keylogger program with a graphical user interface (GUI) that captures and logs key strokes in real-time. The GUI provides a convenient way for users to view the captured key strokes and analyze them easily</a:t>
            </a:r>
            <a:endParaRPr lang="en-US" dirty="0"/>
          </a:p>
        </p:txBody>
      </p:sp>
      <p:pic>
        <p:nvPicPr>
          <p:cNvPr id="5" name="Picture 4">
            <a:extLst>
              <a:ext uri="{FF2B5EF4-FFF2-40B4-BE49-F238E27FC236}">
                <a16:creationId xmlns:a16="http://schemas.microsoft.com/office/drawing/2014/main" id="{C85AE3B0-AD36-6593-D6D4-E4120E572C01}"/>
              </a:ext>
            </a:extLst>
          </p:cNvPr>
          <p:cNvPicPr>
            <a:picLocks noChangeAspect="1"/>
          </p:cNvPicPr>
          <p:nvPr/>
        </p:nvPicPr>
        <p:blipFill>
          <a:blip r:embed="rId2"/>
          <a:stretch>
            <a:fillRect/>
          </a:stretch>
        </p:blipFill>
        <p:spPr>
          <a:xfrm>
            <a:off x="517160" y="3386872"/>
            <a:ext cx="11157679" cy="3153322"/>
          </a:xfrm>
          <a:prstGeom prst="rect">
            <a:avLst/>
          </a:prstGeom>
        </p:spPr>
      </p:pic>
    </p:spTree>
    <p:extLst>
      <p:ext uri="{BB962C8B-B14F-4D97-AF65-F5344CB8AC3E}">
        <p14:creationId xmlns:p14="http://schemas.microsoft.com/office/powerpoint/2010/main" val="2116825521"/>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646111" y="452718"/>
            <a:ext cx="10671463" cy="1400530"/>
          </a:xfrm>
        </p:spPr>
        <p:txBody>
          <a:bodyPr anchor="ctr"/>
          <a:lstStyle/>
          <a:p>
            <a:r>
              <a:rPr lang="en-US" dirty="0"/>
              <a:t>      PROJECT  OVERVIEW</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1103312" y="2052918"/>
            <a:ext cx="10671463" cy="4195481"/>
          </a:xfrm>
        </p:spPr>
        <p:txBody>
          <a:bodyPr>
            <a:normAutofit/>
          </a:bodyPr>
          <a:lstStyle/>
          <a:p>
            <a:pPr marL="0" indent="0">
              <a:buNone/>
            </a:pPr>
            <a:r>
              <a:rPr lang="en-US" sz="2400" b="0" i="0" dirty="0">
                <a:solidFill>
                  <a:srgbClr val="D1D5DB"/>
                </a:solidFill>
                <a:effectLst/>
                <a:latin typeface="Söhne"/>
              </a:rPr>
              <a:t>The project aims to develop a keylogger application that runs in the background and captures key strokes. The captured key strokes are then stored in a text file for further analysis. Additionally, a GUI is provided to display the captured key strokes in a user-friendly manner.</a:t>
            </a:r>
            <a:endParaRPr lang="en-US" sz="2400" dirty="0"/>
          </a:p>
        </p:txBody>
      </p:sp>
      <mc:AlternateContent xmlns:mc="http://schemas.openxmlformats.org/markup-compatibility/2006">
        <mc:Choice xmlns:am3d="http://schemas.microsoft.com/office/drawing/2017/model3d" Requires="am3d">
          <p:graphicFrame>
            <p:nvGraphicFramePr>
              <p:cNvPr id="4" name="3D Model 3" descr="Books">
                <a:extLst>
                  <a:ext uri="{FF2B5EF4-FFF2-40B4-BE49-F238E27FC236}">
                    <a16:creationId xmlns:a16="http://schemas.microsoft.com/office/drawing/2014/main" id="{E903EA93-E408-60D9-F9BF-EE28B225ED5C}"/>
                  </a:ext>
                </a:extLst>
              </p:cNvPr>
              <p:cNvGraphicFramePr>
                <a:graphicFrameLocks noChangeAspect="1"/>
              </p:cNvGraphicFramePr>
              <p:nvPr>
                <p:extLst>
                  <p:ext uri="{D42A27DB-BD31-4B8C-83A1-F6EECF244321}">
                    <p14:modId xmlns:p14="http://schemas.microsoft.com/office/powerpoint/2010/main" val="3077735393"/>
                  </p:ext>
                </p:extLst>
              </p:nvPr>
            </p:nvGraphicFramePr>
            <p:xfrm>
              <a:off x="4650656" y="3501934"/>
              <a:ext cx="3576773" cy="3234316"/>
            </p:xfrm>
            <a:graphic>
              <a:graphicData uri="http://schemas.microsoft.com/office/drawing/2017/model3d">
                <am3d:model3d r:embed="rId2">
                  <am3d:spPr>
                    <a:xfrm>
                      <a:off x="0" y="0"/>
                      <a:ext cx="3576773" cy="3234316"/>
                    </a:xfrm>
                    <a:prstGeom prst="rect">
                      <a:avLst/>
                    </a:prstGeom>
                  </am3d:spPr>
                  <am3d:camera>
                    <am3d:pos x="0" y="0" z="69236153"/>
                    <am3d:up dx="0" dy="36000000" dz="0"/>
                    <am3d:lookAt x="0" y="0" z="0"/>
                    <am3d:perspective fov="2700000"/>
                  </am3d:camera>
                  <am3d:trans>
                    <am3d:meterPerModelUnit n="2964344" d="1000000"/>
                    <am3d:preTrans dx="0" dy="-8821788" dz="0"/>
                    <am3d:scale>
                      <am3d:sx n="1000000" d="1000000"/>
                      <am3d:sy n="1000000" d="1000000"/>
                      <am3d:sz n="1000000" d="1000000"/>
                    </am3d:scale>
                    <am3d:rot ax="927513" ay="558901" az="153779"/>
                    <am3d:postTrans dx="0" dy="0" dz="0"/>
                  </am3d:trans>
                  <am3d:raster rName="Office3DRenderer" rVer="16.0.8326">
                    <am3d:blip r:embed="rId3"/>
                  </am3d:raster>
                  <am3d:objViewport viewportSz="530808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Books">
                <a:extLst>
                  <a:ext uri="{FF2B5EF4-FFF2-40B4-BE49-F238E27FC236}">
                    <a16:creationId xmlns:a16="http://schemas.microsoft.com/office/drawing/2014/main" id="{E903EA93-E408-60D9-F9BF-EE28B225ED5C}"/>
                  </a:ext>
                </a:extLst>
              </p:cNvPr>
              <p:cNvPicPr>
                <a:picLocks noGrp="1" noRot="1" noChangeAspect="1" noMove="1" noResize="1" noEditPoints="1" noAdjustHandles="1" noChangeArrowheads="1" noChangeShapeType="1" noCrop="1"/>
              </p:cNvPicPr>
              <p:nvPr/>
            </p:nvPicPr>
            <p:blipFill>
              <a:blip r:embed="rId3"/>
              <a:stretch>
                <a:fillRect/>
              </a:stretch>
            </p:blipFill>
            <p:spPr>
              <a:xfrm>
                <a:off x="4650656" y="3501934"/>
                <a:ext cx="3576773" cy="3234316"/>
              </a:xfrm>
              <a:prstGeom prst="rect">
                <a:avLst/>
              </a:prstGeom>
            </p:spPr>
          </p:pic>
        </mc:Fallback>
      </mc:AlternateContent>
    </p:spTree>
    <p:extLst>
      <p:ext uri="{BB962C8B-B14F-4D97-AF65-F5344CB8AC3E}">
        <p14:creationId xmlns:p14="http://schemas.microsoft.com/office/powerpoint/2010/main" val="5846532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sz="2800" dirty="0"/>
              <a:t>WHO ARE THE END USERS of this project?</a:t>
            </a: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299803" y="2052918"/>
            <a:ext cx="11572407" cy="4195481"/>
          </a:xfrm>
        </p:spPr>
        <p:txBody>
          <a:bodyPr/>
          <a:lstStyle/>
          <a:p>
            <a:r>
              <a:rPr lang="en-US" b="0" i="0" dirty="0">
                <a:solidFill>
                  <a:srgbClr val="D1D5DB"/>
                </a:solidFill>
                <a:effectLst/>
                <a:latin typeface="Söhne"/>
              </a:rPr>
              <a:t>The end users of this project could be individuals or organizations who have a legitimate need to monitor or analyze key strokes on a computer system. This could include parents monitoring their child's computer usage, employers ensuring compliance with company policies, or individuals tracking their own computer activities for productivity or security purposes.</a:t>
            </a:r>
            <a:endParaRPr lang="en-US" dirty="0"/>
          </a:p>
        </p:txBody>
      </p:sp>
    </p:spTree>
    <p:extLst>
      <p:ext uri="{BB962C8B-B14F-4D97-AF65-F5344CB8AC3E}">
        <p14:creationId xmlns:p14="http://schemas.microsoft.com/office/powerpoint/2010/main" val="72854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br>
              <a:rPr lang="en-US" sz="2800" dirty="0"/>
            </a:br>
            <a:r>
              <a:rPr lang="en-US" sz="2800" dirty="0"/>
              <a:t>     YOUR SOLUTION AND ITS VALUE PROPOSITION</a:t>
            </a: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2074646"/>
            <a:ext cx="11029615" cy="4289542"/>
          </a:xfrm>
        </p:spPr>
        <p:txBody>
          <a:bodyPr/>
          <a:lstStyle/>
          <a:p>
            <a:r>
              <a:rPr lang="en-US" b="0" i="0" dirty="0">
                <a:solidFill>
                  <a:srgbClr val="D1D5DB"/>
                </a:solidFill>
                <a:effectLst/>
                <a:latin typeface="Söhne"/>
              </a:rPr>
              <a:t>The solution is a keylogger program that captures key strokes and provides a GUI for easy visualization and analysis of the captured data. The keylogger runs in the background, ensuring that all key strokes are recorded without interrupting the user's activities. The captured key strokes are stored in a text file, allowing users to review and analyze them at their convenience. The GUI presents the logged key strokes in a readable format, enhancing the user experience and facilitating data interpretation.</a:t>
            </a:r>
            <a:endParaRPr lang="en-US" dirty="0"/>
          </a:p>
        </p:txBody>
      </p:sp>
    </p:spTree>
    <p:extLst>
      <p:ext uri="{BB962C8B-B14F-4D97-AF65-F5344CB8AC3E}">
        <p14:creationId xmlns:p14="http://schemas.microsoft.com/office/powerpoint/2010/main" val="207685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mph" presetSubtype="0" fill="hold" grpId="0" nodeType="clickEffect">
                                  <p:stCondLst>
                                    <p:cond delay="500"/>
                                  </p:stCondLst>
                                  <p:childTnLst>
                                    <p:animRot by="21600000">
                                      <p:cBhvr>
                                        <p:cTn id="11" dur="2500" fill="hold"/>
                                        <p:tgtEl>
                                          <p:spTgt spid="3">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normAutofit fontScale="90000"/>
          </a:bodyPr>
          <a:lstStyle/>
          <a:p>
            <a:r>
              <a:rPr lang="en-US" dirty="0"/>
              <a:t> How did you customize the project and make       it your own</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404735" y="2074646"/>
            <a:ext cx="11527436" cy="3634486"/>
          </a:xfrm>
        </p:spPr>
        <p:txBody>
          <a:bodyPr/>
          <a:lstStyle/>
          <a:p>
            <a:r>
              <a:rPr lang="en-US" b="0" i="0" dirty="0">
                <a:solidFill>
                  <a:srgbClr val="D1D5DB"/>
                </a:solidFill>
                <a:effectLst/>
                <a:latin typeface="Söhne"/>
              </a:rPr>
              <a:t>The keylogger program provided here has been customized by incorporating a GUI using the </a:t>
            </a:r>
            <a:r>
              <a:rPr lang="en-US" b="0" i="0" dirty="0" err="1">
                <a:solidFill>
                  <a:srgbClr val="D1D5DB"/>
                </a:solidFill>
                <a:effectLst/>
                <a:latin typeface="Söhne"/>
              </a:rPr>
              <a:t>Tkinter</a:t>
            </a:r>
            <a:r>
              <a:rPr lang="en-US" b="0" i="0" dirty="0">
                <a:solidFill>
                  <a:srgbClr val="D1D5DB"/>
                </a:solidFill>
                <a:effectLst/>
                <a:latin typeface="Söhne"/>
              </a:rPr>
              <a:t> library. This addition improves the user experience by providing a separate window to view the captured key strokes. The GUI includes a text area with a scrollbar, allowing users to scroll through the logs easily. Additionally, a separate thread is implemented to continuously update the GUI with the latest key strokes, ensuring real-time display of the captured data.</a:t>
            </a:r>
            <a:endParaRPr lang="en-US" dirty="0"/>
          </a:p>
        </p:txBody>
      </p:sp>
    </p:spTree>
    <p:extLst>
      <p:ext uri="{BB962C8B-B14F-4D97-AF65-F5344CB8AC3E}">
        <p14:creationId xmlns:p14="http://schemas.microsoft.com/office/powerpoint/2010/main" val="365738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GB"/>
              <a:t>MODELLING</a:t>
            </a:r>
            <a:endParaRPr lang="en-US"/>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2074646"/>
            <a:ext cx="11029615" cy="3634486"/>
          </a:xfrm>
        </p:spPr>
        <p:txBody>
          <a:bodyPr/>
          <a:lstStyle/>
          <a:p>
            <a:r>
              <a:rPr lang="en-US" dirty="0"/>
              <a:t>The keylogger program is modeled using the </a:t>
            </a:r>
            <a:r>
              <a:rPr lang="en-US" dirty="0" err="1"/>
              <a:t>pynput</a:t>
            </a:r>
            <a:r>
              <a:rPr lang="en-US" dirty="0"/>
              <a:t> library, which provides functionalities to capture key presses and releases. The program utilizes event listeners to detect key events and appends the corresponding key strokes to a list. The captured key strokes are then saved to a text file using the </a:t>
            </a:r>
            <a:r>
              <a:rPr lang="en-US" dirty="0" err="1"/>
              <a:t>update_txt_file</a:t>
            </a:r>
            <a:r>
              <a:rPr lang="en-US" dirty="0"/>
              <a:t> function.</a:t>
            </a:r>
          </a:p>
        </p:txBody>
      </p:sp>
    </p:spTree>
    <p:extLst>
      <p:ext uri="{BB962C8B-B14F-4D97-AF65-F5344CB8AC3E}">
        <p14:creationId xmlns:p14="http://schemas.microsoft.com/office/powerpoint/2010/main" val="318408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7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0C8E13-A9D8-ECCF-A8BB-7EEFCF379CF0}"/>
              </a:ext>
            </a:extLst>
          </p:cNvPr>
          <p:cNvPicPr>
            <a:picLocks noGrp="1" noChangeAspect="1"/>
          </p:cNvPicPr>
          <p:nvPr>
            <p:ph idx="1"/>
          </p:nvPr>
        </p:nvPicPr>
        <p:blipFill>
          <a:blip r:embed="rId2"/>
          <a:stretch>
            <a:fillRect/>
          </a:stretch>
        </p:blipFill>
        <p:spPr>
          <a:xfrm>
            <a:off x="899410" y="2713221"/>
            <a:ext cx="10583055" cy="3867462"/>
          </a:xfrm>
        </p:spPr>
      </p:pic>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0" y="493812"/>
            <a:ext cx="11610807" cy="3867462"/>
          </a:xfrm>
        </p:spPr>
        <p:txBody>
          <a:bodyPr anchor="ctr"/>
          <a:lstStyle/>
          <a:p>
            <a:r>
              <a:rPr lang="en-GB" dirty="0"/>
              <a:t>Results</a:t>
            </a:r>
            <a:br>
              <a:rPr lang="en-GB" dirty="0"/>
            </a:br>
            <a:br>
              <a:rPr lang="en-GB" dirty="0"/>
            </a:br>
            <a:br>
              <a:rPr lang="en-GB" dirty="0"/>
            </a:br>
            <a:r>
              <a:rPr lang="en-US" sz="2300" b="0" i="0" dirty="0">
                <a:solidFill>
                  <a:schemeClr val="accent1"/>
                </a:solidFill>
                <a:effectLst/>
                <a:highlight>
                  <a:srgbClr val="C0C0C0"/>
                </a:highlight>
                <a:latin typeface="Söhne"/>
              </a:rPr>
              <a:t>The results of the keylogger program are twofold. Firstly, the program captures and logs key strokes in real-time, creating a record of all key presses and releases. This data can be used for various purposes, such as monitoring computer usage or detecting suspicious activities. Secondly, the GUI provides a user-friendly interface to view and analyze the captured key strokes. The continuous updating of the GUI ensures that the latest key strokes are displayed promptly, enabling effective real-time monitoring and analysis</a:t>
            </a:r>
            <a:endParaRPr lang="en-US" sz="2300" dirty="0">
              <a:solidFill>
                <a:schemeClr val="accent1"/>
              </a:solidFill>
              <a:highlight>
                <a:srgbClr val="C0C0C0"/>
              </a:highlight>
            </a:endParaRPr>
          </a:p>
        </p:txBody>
      </p:sp>
    </p:spTree>
    <p:extLst>
      <p:ext uri="{BB962C8B-B14F-4D97-AF65-F5344CB8AC3E}">
        <p14:creationId xmlns:p14="http://schemas.microsoft.com/office/powerpoint/2010/main" val="331962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2"/>
                                        </p:tgtEl>
                                        <p:attrNameLst>
                                          <p:attrName>style.color</p:attrName>
                                        </p:attrNameLst>
                                      </p:cBhvr>
                                      <p:to>
                                        <p:clrVal>
                                          <a:schemeClr val="accent2"/>
                                        </p:clrVal>
                                      </p:to>
                                    </p:set>
                                    <p:set>
                                      <p:cBhvr>
                                        <p:cTn id="7" dur="500" fill="hold"/>
                                        <p:tgtEl>
                                          <p:spTgt spid="2"/>
                                        </p:tgtEl>
                                        <p:attrNameLst>
                                          <p:attrName>fillcolor</p:attrName>
                                        </p:attrNameLst>
                                      </p:cBhvr>
                                      <p:to>
                                        <p:clrVal>
                                          <a:schemeClr val="accent2"/>
                                        </p:clrVal>
                                      </p:to>
                                    </p:set>
                                    <p:set>
                                      <p:cBhvr>
                                        <p:cTn id="8"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GB" dirty="0"/>
              <a:t>Links</a:t>
            </a: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2074646"/>
            <a:ext cx="11029615" cy="3634486"/>
          </a:xfrm>
        </p:spPr>
        <p:txBody>
          <a:bodyPr/>
          <a:lstStyle/>
          <a:p>
            <a:r>
              <a:rPr lang="en-US" dirty="0">
                <a:hlinkClick r:id="rId2"/>
              </a:rPr>
              <a:t>https://github.com/Anmoldube/keyloggeribm</a:t>
            </a:r>
            <a:endParaRPr lang="en-US" dirty="0"/>
          </a:p>
          <a:p>
            <a:r>
              <a:rPr lang="en-US" dirty="0"/>
              <a:t>This is the link for the GitHub profile </a:t>
            </a:r>
          </a:p>
        </p:txBody>
      </p:sp>
    </p:spTree>
    <p:extLst>
      <p:ext uri="{BB962C8B-B14F-4D97-AF65-F5344CB8AC3E}">
        <p14:creationId xmlns:p14="http://schemas.microsoft.com/office/powerpoint/2010/main" val="958589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A7A7E-CFC3-9D36-A24C-964F4C4BA299}"/>
              </a:ext>
            </a:extLst>
          </p:cNvPr>
          <p:cNvSpPr>
            <a:spLocks noGrp="1"/>
          </p:cNvSpPr>
          <p:nvPr>
            <p:ph type="title"/>
          </p:nvPr>
        </p:nvSpPr>
        <p:spPr>
          <a:xfrm>
            <a:off x="1154956" y="1004341"/>
            <a:ext cx="8825657" cy="3773039"/>
          </a:xfrm>
        </p:spPr>
        <p:txBody>
          <a:bodyPr/>
          <a:lstStyle/>
          <a:p>
            <a:r>
              <a:rPr lang="en-IN" sz="4500" dirty="0"/>
              <a:t>                      Thank you</a:t>
            </a: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308072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2"/>
                                        </p:tgtEl>
                                        <p:attrNameLst>
                                          <p:attrName>fillcolor</p:attrName>
                                        </p:attrNameLst>
                                      </p:cBhvr>
                                      <p:to>
                                        <a:schemeClr val="accent2"/>
                                      </p:to>
                                    </p:animClr>
                                    <p:set>
                                      <p:cBhvr>
                                        <p:cTn id="7" dur="2000" fill="hold"/>
                                        <p:tgtEl>
                                          <p:spTgt spid="2"/>
                                        </p:tgtEl>
                                        <p:attrNameLst>
                                          <p:attrName>fill.type</p:attrName>
                                        </p:attrNameLst>
                                      </p:cBhvr>
                                      <p:to>
                                        <p:strVal val="solid"/>
                                      </p:to>
                                    </p:set>
                                    <p:set>
                                      <p:cBhvr>
                                        <p:cTn id="8" dur="2000" fill="hold"/>
                                        <p:tgtEl>
                                          <p:spTgt spid="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1E7CA09-9778-4414-AE97-8064B12DA30E}">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81</TotalTime>
  <Words>611</Words>
  <Application>Microsoft Office PowerPoint</Application>
  <PresentationFormat>Widescreen</PresentationFormat>
  <Paragraphs>27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docs-Roboto</vt:lpstr>
      <vt:lpstr>Söhne</vt:lpstr>
      <vt:lpstr>Wingdings 3</vt:lpstr>
      <vt:lpstr>Ion</vt:lpstr>
      <vt:lpstr>    My-Details</vt:lpstr>
      <vt:lpstr>                                                          PROJECT TITLE/Problem Statement   The problem is that there is a need to capture and log key strokes on a computer system in a way that is user-friendly and accessible for further analysis or monitoring purposes.     </vt:lpstr>
      <vt:lpstr>    AGENDA</vt:lpstr>
      <vt:lpstr>      PROJECT  OVERVIEW</vt:lpstr>
      <vt:lpstr>WHO ARE THE END USERS of this project?</vt:lpstr>
      <vt:lpstr>      YOUR SOLUTION AND ITS VALUE PROPOSITION</vt:lpstr>
      <vt:lpstr> How did you customize the project and make       it your own</vt:lpstr>
      <vt:lpstr>MODELLING</vt:lpstr>
      <vt:lpstr>Results   The results of the keylogger program are twofold. Firstly, the program captures and logs key strokes in real-time, creating a record of all key presses and releases. This data can be used for various purposes, such as monitoring computer usage or detecting suspicious activities. Secondly, the GUI provides a user-friendly interface to view and analyze the captured key strokes. The continuous updating of the GUI ensures that the latest key strokes are displayed promptly, enabling effective real-time monitoring and analysis</vt:lpstr>
      <vt:lpstr>Links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anmoldube15@gmail.com</cp:lastModifiedBy>
  <cp:revision>2</cp:revision>
  <dcterms:created xsi:type="dcterms:W3CDTF">2021-05-26T16:50:10Z</dcterms:created>
  <dcterms:modified xsi:type="dcterms:W3CDTF">2023-08-31T09:27:32Z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